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4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AFC2-80E3-5489-A9B0-C88D5C1E0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8FE1B-31CB-6710-D4A6-BB53CF4D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AAAC2-23EF-DBD1-A8A8-8F8A5432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1682E-9871-A4BA-EC22-A396C20C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743B-B9C1-FDCB-5F70-255A0BA7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83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F319-9B48-973C-90CF-2CE1F0A4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522C-6C1F-9AF9-4C59-5BE9DF5B6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8A707-5D48-7D14-E4A6-0C5325D4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A82B-DA27-B5CA-8D95-33D255EC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7EA5C-BDB5-8C68-0CD9-A1AC830D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42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0224-EC65-17A3-1E11-A25A147C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C2397-DC87-3F91-7360-44E8E1CCB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AEF78-880E-2BC2-3051-50F4A593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2D56-7BED-AF6D-F5D0-241F07B7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9E08-FF90-83CD-B255-1633C3F2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23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9165-5FC1-2AD7-21B6-048A72A0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0B09B-04CA-68F2-BA8D-D788F0EA5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BFD2D-834A-B8ED-459B-AF2E7E175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A1BDC-4F32-8CEC-406D-8DE508B0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6E184-0D99-7E21-19AC-52099894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FB9CC-8CB6-D0C1-B575-28845DC3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402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C81C-B421-9D53-6910-0BF21238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34BD9-165F-0A0C-6647-BB802B91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06CFE-32F8-9804-3831-D56B8B6E2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773B0-AFBB-B905-EDD0-EF0BCE1D5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1CB61-66B3-0F3E-5B18-9FB8B39D1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E0464-21C0-1D1A-4EF6-9F481353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8239B-8443-609D-1D7F-0D0BCF19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DF4DA-14BA-3F5D-5684-9E9B438C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5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5382-623A-F5CB-EA2B-CD2DC387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85E90-8CAF-C1CA-063C-13430E39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DE16F-F175-FD5B-160F-178BD1B4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3F5CB-D815-8997-0488-FB64CE4E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81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DDEAA-7FFA-953F-BEDF-D82D7DC9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3DA00-4458-7AE0-0DB4-6D7B0D75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E589-0FC9-5EF2-412C-9757033B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72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0EA6-E075-AA2F-3FAF-58B3FED6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B2C0-D3B1-81A4-2329-C979E958B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A2919-585C-71DC-65C3-3F8C6B612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0B932-ACBD-C2D0-8BD2-AEC793D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A09A5-221A-6CD8-783D-DE4FD747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D5E66-3416-29C8-FEBE-572676CB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0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F7B5-6F7B-0D70-A924-01180FB5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90DB7-4D73-67C7-C66C-432E325BB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A5322-0E8A-8D10-B9C9-DAEFB494C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53460-EE8C-C884-76AA-A850232D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7E13-ABAE-DD1B-EBF9-617FA36E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3AAFF-84C8-5F66-7100-5469A92F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4C1-812A-66A6-5AC0-C31FFF31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5AB8F-697F-433B-D45B-41C65ECAD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C84D9-DA5C-C4DD-9D53-037780F8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9997F-62A1-6E7B-DDEB-582F9BBE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400A4-A8A3-5D3F-4355-182D9E8C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74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FCC11-6234-9119-9DED-FD6964432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4D49D-1FD2-D4BF-98CF-ED5139EF1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E8BFC-8966-7D5E-D484-50AC9270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22553-2B16-4667-BDFD-58AE7C88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378AF-465E-6713-6E0B-E05EA565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37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8BFF6-0CD4-B727-6ABD-1ED2F6F5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446FF-4091-7213-53E7-F024D1D1A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EE80D-DDE3-30BD-B604-DD20674CE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4D7D5-0985-4C36-A08A-CACEC02C1B2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A9DE8-C471-6A13-E469-A3FC7D2EB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B7AD-96DA-B002-B8CB-B9F2158E3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D460B-BCB4-4AAC-9301-AF2EE1649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67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of a circle with a dotted line&#10;&#10;AI-generated content may be incorrect.">
            <a:extLst>
              <a:ext uri="{FF2B5EF4-FFF2-40B4-BE49-F238E27FC236}">
                <a16:creationId xmlns:a16="http://schemas.microsoft.com/office/drawing/2014/main" id="{68FE5428-8DFD-2DBE-B4E2-C23B8F5E2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884" y="165765"/>
            <a:ext cx="4421396" cy="6172320"/>
          </a:xfrm>
          <a:prstGeom prst="rect">
            <a:avLst/>
          </a:prstGeom>
        </p:spPr>
      </p:pic>
      <p:pic>
        <p:nvPicPr>
          <p:cNvPr id="19" name="Picture 18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15B6579E-36BD-AA12-96BD-46D7EDD25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079" y="1324740"/>
            <a:ext cx="3854369" cy="385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5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Srivastava</dc:creator>
  <cp:lastModifiedBy>Mayank Srivastava</cp:lastModifiedBy>
  <cp:revision>2</cp:revision>
  <dcterms:created xsi:type="dcterms:W3CDTF">2025-11-23T16:00:00Z</dcterms:created>
  <dcterms:modified xsi:type="dcterms:W3CDTF">2025-11-23T16:19:01Z</dcterms:modified>
</cp:coreProperties>
</file>